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94" d="100"/>
          <a:sy n="94" d="100"/>
        </p:scale>
        <p:origin x="72" y="17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4F1CA1-684D-604B-75ED-BA96198D7E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53E3F25-CCAE-06C0-4E8F-CE51CBFEA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B04DCB-275A-F2CF-37DA-CA68843BD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0D410C-0B89-726B-5A42-7AAF070F0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AB4AA1-AAD1-0C7F-4F7B-FCAF5E7FD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551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2158F7-E5EC-5C91-511B-19742297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165008-2451-B68E-E712-86DE229C3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6356F74-1447-3471-5EAC-E9C82596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D1BFAB-A49C-2E18-BF3F-FA677022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36DB748-8F65-0C59-B82D-FC1EA75C9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4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9112C9-3E03-8019-9C61-2973CF0B2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DC2377D-1016-FE74-FAE5-D8B9997A1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11F2DBB-0BD3-E19E-BA19-7E3057EF9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83480A-322D-5666-FFD5-A6D6DC27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6BB722-743B-79EE-CCF2-09BC4AA0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343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F24152-3E65-303C-18FF-C0BE0F497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881CFF-24D5-3F33-C142-0424E6329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573DD37-4D41-FB23-0F37-BF036F084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5E78DA-9C53-B31A-3F6E-10BDFBB1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A040DC8-5465-6AF4-B429-DFC8671E9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FD70F7-12D6-7269-133A-13DBF2E4E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285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7B4030-C4AB-793D-9AB6-B63DD9D3E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7C01503-1F6D-61F3-F0FF-4A9864261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9E6A9E-7402-A879-4729-A09F0DC20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FC56B57-61CC-28F8-DB73-7951B7A9E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202F291-19E9-E9C6-0591-AB1701F41E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36E6A5F-81B6-B32C-2EAE-15B53AC78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437231A-C79F-E16B-A5BA-362A20AF6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04890A2-7C2B-2A8C-E92D-F15606996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6126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D13154-49AA-58DC-CAA6-131D956DD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86751CF-3F47-3069-7957-3E1EA7784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078644D-9D38-7A08-3618-DD79A8672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11E4A2-06FD-4A7D-D1B3-5A21EE6A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5377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20B0C82-E712-84DF-7B0B-624C369E6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D741D42-C6FB-780A-2922-AB522086E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97F1F3-B7D0-7C0C-ADDB-A192C7DE3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810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D890ED-A2B0-F198-06BD-D25897DE9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F91572-0A20-465E-8FC0-5C685A2CE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C5214B-F2DB-F359-FE0F-A31E78B5D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8F7C77C-1DFD-7AFE-7013-66A7EAC3D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0461086-3A69-C8D4-D742-B35146C27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131DA7-BC03-5563-6C5F-3A872B2AA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6589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E04749-91CC-4A67-EF0A-6EBAE5598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2AA9B84-0472-34D7-A5AB-9545BD475D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EE86394-7DC7-EEF0-B3A2-EA8546904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87E9E1-9966-D1B0-93B7-E176BDAB7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FC95F19-7462-7CC2-420B-C8CB7BD5D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A28230-95E5-ECC0-3570-F2AF5CC2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97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2C5A52-A8A0-F357-256F-B0CE4E08D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CAF3CC1-CA66-A298-7874-C47105D9A7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91EAE8B-C4CC-3506-4AAF-00EF3D0FD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3BADDA-2C0E-7C84-2896-B919B9EC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FA8AC0E-DE5D-A68A-8792-8F22D4E2C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082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8A8E41-0246-1EF8-3CC0-DFE1D8E30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F28FF9-D56E-74E0-DAF9-582BFCE68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BF9316-F181-2835-3C63-C129DB6C9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56B4252-077F-DB2D-EB65-1AC422365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134B24-B30F-73BC-D653-7AA08878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86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F296780-BA1E-E9E5-EC86-5403EFDA9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E94266-A55F-0F5D-23A5-D2CD61277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889238-9FCC-D3A0-F0B6-BECCD9D586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B98AA-51B5-4147-93E1-2DBB50550A15}" type="datetimeFigureOut">
              <a:rPr kumimoji="1" lang="ja-JP" altLang="en-US" smtClean="0"/>
              <a:t>2026/3/17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E9C50B-C641-6AE5-6A2E-CD600475B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B901EB0-40FD-68A5-BDBD-AB47A1723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21E32-54B6-45A9-BFA5-8C828A17367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885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74A9477-3958-CCD0-6E85-53481E5D07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31723"/>
            <a:ext cx="12192000" cy="8121446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1BA20427-26BA-5EDB-99CF-517C1B3BC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50E529C-83D5-D8EE-86DA-DB22BC892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4"/>
            <a:ext cx="11059160" cy="5398136"/>
          </a:xfrm>
        </p:spPr>
        <p:txBody>
          <a:bodyPr vert="horz">
            <a:normAutofit/>
          </a:bodyPr>
          <a:lstStyle/>
          <a:p>
            <a:pPr marL="0" indent="0">
              <a:buNone/>
            </a:pPr>
            <a:endParaRPr kumimoji="1" lang="en-US" altLang="ja-JP" dirty="0"/>
          </a:p>
          <a:p>
            <a:pPr marL="0" indent="0" algn="r">
              <a:buNone/>
            </a:pP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r">
              <a:buNone/>
            </a:pP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r">
              <a:buNone/>
            </a:pP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r">
              <a:buNone/>
            </a:pP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r">
              <a:buNone/>
            </a:pPr>
            <a:r>
              <a:rPr lang="ja-JP" altLang="en-US" sz="3200" b="1" dirty="0">
                <a:latin typeface="メイリオ" panose="020B0604030504040204" pitchFamily="50" charset="-128"/>
                <a:ea typeface="メイリオ" panose="020B0604030504040204" pitchFamily="50" charset="-128"/>
              </a:rPr>
              <a:t>次回の日程</a:t>
            </a:r>
            <a:endParaRPr lang="en-US" altLang="ja-JP" sz="3200" b="1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r">
              <a:buNone/>
            </a:pPr>
            <a:r>
              <a:rPr lang="ja-JP" altLang="en-US" sz="3200" b="1" dirty="0">
                <a:highlight>
                  <a:srgbClr val="FFFF00"/>
                </a:highlight>
                <a:latin typeface="メイリオ" panose="020B0604030504040204" pitchFamily="50" charset="-128"/>
                <a:ea typeface="メイリオ" panose="020B0604030504040204" pitchFamily="50" charset="-128"/>
              </a:rPr>
              <a:t>モメンタムトレーニング　６月１６日</a:t>
            </a:r>
            <a:endParaRPr lang="en-US" altLang="ja-JP" sz="3200" b="1" dirty="0">
              <a:highlight>
                <a:srgbClr val="FFFF00"/>
              </a:highlight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r">
              <a:buNone/>
            </a:pPr>
            <a:r>
              <a:rPr lang="en-US" altLang="ja-JP" sz="3200" b="1" dirty="0">
                <a:highlight>
                  <a:srgbClr val="FFFF00"/>
                </a:highlight>
                <a:latin typeface="メイリオ" panose="020B0604030504040204" pitchFamily="50" charset="-128"/>
                <a:ea typeface="メイリオ" panose="020B0604030504040204" pitchFamily="50" charset="-128"/>
              </a:rPr>
              <a:t>BOD</a:t>
            </a:r>
            <a:r>
              <a:rPr lang="ja-JP" altLang="en-US" sz="3200" b="1">
                <a:highlight>
                  <a:srgbClr val="FFFF00"/>
                </a:highlight>
                <a:latin typeface="メイリオ" panose="020B0604030504040204" pitchFamily="50" charset="-128"/>
                <a:ea typeface="メイリオ" panose="020B0604030504040204" pitchFamily="50" charset="-128"/>
              </a:rPr>
              <a:t>　７月</a:t>
            </a:r>
            <a:r>
              <a:rPr lang="ja-JP" altLang="en-US" sz="3200" b="1" dirty="0">
                <a:highlight>
                  <a:srgbClr val="FFFF00"/>
                </a:highlight>
                <a:latin typeface="メイリオ" panose="020B0604030504040204" pitchFamily="50" charset="-128"/>
                <a:ea typeface="メイリオ" panose="020B0604030504040204" pitchFamily="50" charset="-128"/>
              </a:rPr>
              <a:t>２８日</a:t>
            </a:r>
            <a:endParaRPr lang="en-US" altLang="ja-JP" sz="3200" b="1" dirty="0">
              <a:highlight>
                <a:srgbClr val="FFFF00"/>
              </a:highlight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 algn="r">
              <a:buNone/>
            </a:pPr>
            <a:r>
              <a:rPr lang="ja-JP" altLang="en-US" sz="6000" b="1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代理・欠席　禁止</a:t>
            </a:r>
            <a:endParaRPr lang="en-US" altLang="ja-JP" sz="6000" b="1" dirty="0">
              <a:solidFill>
                <a:srgbClr val="FF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450658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</Words>
  <Application>Microsoft Office PowerPoint</Application>
  <PresentationFormat>ワイド画面</PresentationFormat>
  <Paragraphs>11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user</dc:creator>
  <cp:lastModifiedBy>重孝 増本</cp:lastModifiedBy>
  <cp:revision>2</cp:revision>
  <dcterms:created xsi:type="dcterms:W3CDTF">2023-02-21T00:02:26Z</dcterms:created>
  <dcterms:modified xsi:type="dcterms:W3CDTF">2026-03-17T02:32:53Z</dcterms:modified>
</cp:coreProperties>
</file>